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Multi-Cancer Gene Expression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TCGA-style dataset — summaries, DE, clustering, 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Samples: 9263, Genes: 716</a:t>
            </a:r>
          </a:p>
          <a:p>
            <a:pPr/>
            <a:r>
              <a:t>Top cancer types by N: BRCA, UCEC, KIRC, LUAD, LGG</a:t>
            </a:r>
          </a:p>
          <a:p>
            <a:pPr/>
            <a:r>
              <a:t>Top 5 variable genes: UBB, HIST1H1C, UBC, PFN1, DAXX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Differential Expression Heatmap</a:t>
            </a:r>
          </a:p>
        </p:txBody>
      </p:sp>
      <p:pic>
        <p:nvPicPr>
          <p:cNvPr id="3" name="Picture 2" descr="d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685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760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Top 10 DE genes (ANOVA) across 5 most frequent cancers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Hierarchical Clustering</a:t>
            </a:r>
          </a:p>
        </p:txBody>
      </p:sp>
      <p:pic>
        <p:nvPicPr>
          <p:cNvPr id="3" name="Picture 2" descr="hierarchical_dend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9144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760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Ward linkage on top 200 variable genes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PCA (PC1 vs PC2)</a:t>
            </a:r>
          </a:p>
        </p:txBody>
      </p:sp>
      <p:pic>
        <p:nvPicPr>
          <p:cNvPr id="3" name="Picture 2" descr="pca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5715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760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Explained variance: PC1 12.61%, PC2 10.83%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Best model: Ensemble(RandomForest+RandomForest)</a:t>
            </a:r>
          </a:p>
          <a:p>
            <a:pPr/>
            <a:r>
              <a:t>Accuracy: 0.895</a:t>
            </a:r>
          </a:p>
          <a:p>
            <a:pPr/>
            <a:r>
              <a:t>Full report: outputs/model_report.csv; CV: outputs/model_search_results.csv</a:t>
            </a:r>
          </a:p>
          <a:p>
            <a:pPr/>
            <a:r>
              <a:t>Top genes: SOX9, RASSF7, IDH1, PIAS3, CCNA1, SNAI2, CCND1, CCND2, NCAPD3, CCNE1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Biomarkers for BRCA (LogReg)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Top positive-weight genes: ESR1, RUNX1, RAD21, SETMAR, LEO1, PIAS4, PPP6C, GRB2</a:t>
            </a:r>
          </a:p>
          <a:p>
            <a:pPr/>
            <a:r>
              <a:t>Full coefficients: outputs/logreg_coefs_BRCA.csv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Gene-Gene Co-expression</a:t>
            </a:r>
          </a:p>
        </p:txBody>
      </p:sp>
      <p:pic>
        <p:nvPicPr>
          <p:cNvPr id="3" name="Picture 2" descr="gene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5486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760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Pearson correlation among top 100 variable genes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